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768096"/>
            <a:ext cx="1828800" cy="420624"/>
          </a:xfrm>
          <a:prstGeom prst="roundRect">
            <a:avLst>
              <a:gd name="adj" fmla="val 39130"/>
            </a:avLst>
          </a:prstGeom>
          <a:solidFill>
            <a:srgbClr val="171722"/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8138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389888"/>
            <a:ext cx="8183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 to Kubernetes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49808" y="2697480"/>
            <a:ext cx="7086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Modern, structured slides generated automatically.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3456432"/>
            <a:ext cx="2011680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6301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Chaos Engine • 7 slides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498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71722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4160520"/>
            <a:ext cx="22402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Kubernetes?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E1E2B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4160520"/>
            <a:ext cx="224028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Concepts: Building Blocks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79008" y="4160520"/>
            <a:ext cx="2240280" cy="1097280"/>
          </a:xfrm>
          <a:prstGeom prst="roundRect">
            <a:avLst>
              <a:gd name="adj" fmla="val 15000"/>
            </a:avLst>
          </a:prstGeom>
          <a:solidFill>
            <a:srgbClr val="1E1E2B"/>
          </a:solidFill>
          <a:ln w="12700">
            <a:solidFill>
              <a:srgbClr val="2A2A38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9008" y="4160520"/>
            <a:ext cx="22402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16168" y="440740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Cluster Architecture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08592" y="530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output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15400" y="1325880"/>
            <a:ext cx="2331720" cy="2331720"/>
          </a:xfrm>
          <a:prstGeom prst="ellipse">
            <a:avLst/>
          </a:prstGeom>
          <a:solidFill>
            <a:srgbClr val="171722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64040" y="1874520"/>
            <a:ext cx="1234440" cy="1234440"/>
          </a:xfrm>
          <a:prstGeom prst="ellipse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0" y="3840480"/>
            <a:ext cx="2011680" cy="0"/>
          </a:xfrm>
          <a:prstGeom prst="line">
            <a:avLst/>
          </a:prstGeom>
          <a:noFill/>
          <a:ln w="12700">
            <a:solidFill>
              <a:srgbClr val="2A2A38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0" y="397764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layout engine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Kubernetes?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481328"/>
            <a:ext cx="5230368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1907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Container Orchestration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2157984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open-source platform for automating deployment, scaling, and management of containerized applications.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272784" y="1481328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481328"/>
            <a:ext cx="5230368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719072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Google's Legacy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37376" y="2157984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Originally designed by Google, based on their internal 'Borg' system, and now maintained by the Cloud Native Computing Foundation (CNCF).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49808" y="3520440"/>
            <a:ext cx="5230368" cy="1783080"/>
          </a:xfrm>
          <a:prstGeom prst="roundRect">
            <a:avLst>
              <a:gd name="adj" fmla="val 923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520440"/>
            <a:ext cx="5230368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758184"/>
            <a:ext cx="4901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Objective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14400" y="4197096"/>
            <a:ext cx="49011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Simplifies the operation of microservices and containerized workloads across a cluster of machines.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Concepts: Building Blocks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508760"/>
            <a:ext cx="5230368" cy="4434840"/>
          </a:xfrm>
          <a:prstGeom prst="roundRect">
            <a:avLst>
              <a:gd name="adj" fmla="val 3711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508760"/>
            <a:ext cx="5230368" cy="4434840"/>
          </a:xfrm>
          <a:prstGeom prst="roundRect">
            <a:avLst>
              <a:gd name="adj" fmla="val 371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1508760"/>
            <a:ext cx="523036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9632" y="1508760"/>
            <a:ext cx="5230368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1764792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437376" y="1764792"/>
            <a:ext cx="4773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 B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Kubernetes Cluster Architecture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550408" y="2340864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96128" y="247802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Plane (Master Node)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30168" y="2862072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99923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Kube-API Server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70648" y="2862072"/>
            <a:ext cx="1554480" cy="685800"/>
          </a:xfrm>
          <a:prstGeom prst="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16368" y="299923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etcd (Key-Value Store)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30168" y="3383280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75888" y="3520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70648" y="3383280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16368" y="3520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 Manager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50108" y="4425696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95828" y="456285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Node 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50708" y="4425696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96428" y="456285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Worker Node 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50108" y="4078224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95828" y="421538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Kubelet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89988" y="4773168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35708" y="491032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Kube-Proxy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0228" y="4773168"/>
            <a:ext cx="1554480" cy="685800"/>
          </a:xfrm>
          <a:prstGeom prst="roundRect">
            <a:avLst>
              <a:gd name="adj" fmla="val 24000"/>
            </a:avLst>
          </a:prstGeom>
          <a:solidFill>
            <a:srgbClr val="12121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55948" y="491032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Container Runtime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07408" y="2862072"/>
            <a:ext cx="192024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27648" y="2862072"/>
            <a:ext cx="0" cy="164592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4636008" y="2807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of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327648" y="2862072"/>
            <a:ext cx="192024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27648" y="2862072"/>
            <a:ext cx="0" cy="164592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556248" y="2807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of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407408" y="3383280"/>
            <a:ext cx="192024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3026664"/>
            <a:ext cx="0" cy="356616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4636008" y="30678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of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327648" y="3383280"/>
            <a:ext cx="192024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27648" y="3026664"/>
            <a:ext cx="0" cy="356616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6556248" y="30678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of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184648" y="3204972"/>
            <a:ext cx="228600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96128" y="30678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Reads/Writes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407408" y="3383280"/>
            <a:ext cx="0" cy="164592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3675888" y="3328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Watches Pods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407408" y="3383280"/>
            <a:ext cx="384048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07408" y="3383280"/>
            <a:ext cx="0" cy="164592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5596128" y="3328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Watches Resources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927348" y="3547872"/>
            <a:ext cx="48006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27348" y="3547872"/>
            <a:ext cx="0" cy="530352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3435858" y="3675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927348" y="4425696"/>
            <a:ext cx="0" cy="338328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3195828" y="44577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967228" y="4773168"/>
            <a:ext cx="96012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927348" y="4773168"/>
            <a:ext cx="0" cy="338328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2715768" y="48051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927348" y="4773168"/>
            <a:ext cx="960120" cy="0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927348" y="4773168"/>
            <a:ext cx="0" cy="338328"/>
          </a:xfrm>
          <a:prstGeom prst="line">
            <a:avLst/>
          </a:prstGeom>
          <a:noFill/>
          <a:ln w="12700">
            <a:solidFill>
              <a:srgbClr val="A1A1AA">
                <a:alpha val="70000"/>
              </a:srgbClr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3675888" y="48051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on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Kubernetes Orchestration Workflow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828800"/>
            <a:ext cx="1947672" cy="3291840"/>
          </a:xfrm>
          <a:prstGeom prst="roundRect">
            <a:avLst>
              <a:gd name="adj" fmla="val 8451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828800"/>
            <a:ext cx="194767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01168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237744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Application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86968" y="3063240"/>
            <a:ext cx="16733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defines desired state (e.g., deployment, service) in YAML/JSON manifests.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97480" y="3474720"/>
            <a:ext cx="2286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26080" y="1828800"/>
            <a:ext cx="1947672" cy="3291840"/>
          </a:xfrm>
          <a:prstGeom prst="roundRect">
            <a:avLst>
              <a:gd name="adj" fmla="val 8451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1828800"/>
            <a:ext cx="1947672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201168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063240" y="237744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Submit to API Server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63240" y="3063240"/>
            <a:ext cx="16733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Manifests are submitted to the Kube-API Server, which updates etcd.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73752" y="3474720"/>
            <a:ext cx="2286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02352" y="1828800"/>
            <a:ext cx="1947672" cy="3291840"/>
          </a:xfrm>
          <a:prstGeom prst="roundRect">
            <a:avLst>
              <a:gd name="adj" fmla="val 8451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02352" y="1828800"/>
            <a:ext cx="194767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201168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39512" y="237744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Scheduler Assigns Pods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39512" y="3063240"/>
            <a:ext cx="16733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Scheduler watches for new Pods and assigns them to suitable Worker Nodes.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050024" y="3474720"/>
            <a:ext cx="2286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278624" y="1828800"/>
            <a:ext cx="1947672" cy="3291840"/>
          </a:xfrm>
          <a:prstGeom prst="roundRect">
            <a:avLst>
              <a:gd name="adj" fmla="val 8451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78624" y="1828800"/>
            <a:ext cx="194767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15784" y="201168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15784" y="237744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Kubelet Executes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15784" y="3063240"/>
            <a:ext cx="16733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Kubelet on the assigned Worker Node pulls image, creates containers via runtime.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226296" y="3474720"/>
            <a:ext cx="228600" cy="0"/>
          </a:xfrm>
          <a:prstGeom prst="line">
            <a:avLst/>
          </a:prstGeom>
          <a:noFill/>
          <a:ln w="1270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454896" y="1828800"/>
            <a:ext cx="1947672" cy="3291840"/>
          </a:xfrm>
          <a:prstGeom prst="roundRect">
            <a:avLst>
              <a:gd name="adj" fmla="val 8451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54896" y="1828800"/>
            <a:ext cx="1947672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92056" y="201168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592056" y="237744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Controller Maintains State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592056" y="3063240"/>
            <a:ext cx="16733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 continuously monitor the cluster, ensuring the actual state matches the desired state.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Kubernetes? Key Benefits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645920"/>
            <a:ext cx="3459480" cy="457200"/>
          </a:xfrm>
          <a:prstGeom prst="roundRect">
            <a:avLst>
              <a:gd name="adj" fmla="val 36000"/>
            </a:avLst>
          </a:prstGeom>
          <a:solidFill>
            <a:srgbClr val="1717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737360"/>
            <a:ext cx="3276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00728" y="1645920"/>
            <a:ext cx="3459480" cy="457200"/>
          </a:xfrm>
          <a:prstGeom prst="roundRect">
            <a:avLst>
              <a:gd name="adj" fmla="val 36000"/>
            </a:avLst>
          </a:prstGeom>
          <a:solidFill>
            <a:srgbClr val="1717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2168" y="1737360"/>
            <a:ext cx="3276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Traditional Deployment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51648" y="1645920"/>
            <a:ext cx="3459480" cy="457200"/>
          </a:xfrm>
          <a:prstGeom prst="roundRect">
            <a:avLst>
              <a:gd name="adj" fmla="val 36000"/>
            </a:avLst>
          </a:prstGeom>
          <a:solidFill>
            <a:srgbClr val="1717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43088" y="1737360"/>
            <a:ext cx="3276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" y="224028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31343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00728" y="224028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2168" y="231343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Manual, script-heavy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51648" y="224028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3088" y="231343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Automated, declarative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" y="288036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295351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00728" y="288036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92168" y="295351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Manual, often downtime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51648" y="288036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43088" y="295351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Automatic, on-demand, self-healing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49808" y="352044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359359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Utilization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00728" y="352044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92168" y="359359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inefficient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851648" y="352044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43088" y="359359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Optimized, efficient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9808" y="416052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423367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Portability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00728" y="416052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92168" y="423367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Vendor-locked, difficult migration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51648" y="416052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43088" y="423367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Cloud-agnostic, hybrid-cloud ready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49808" y="480060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487375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Availability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300728" y="480060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92168" y="487375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to set up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851648" y="4800600"/>
            <a:ext cx="34594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43088" y="4873752"/>
            <a:ext cx="327660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Built-in, self-healing capabilities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A2A38">
              <a:alpha val="5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914400"/>
            <a:ext cx="3291840" cy="329184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166360"/>
            <a:ext cx="2468880" cy="24688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400800"/>
            <a:ext cx="10881360" cy="0"/>
          </a:xfrm>
          <a:prstGeom prst="line">
            <a:avLst/>
          </a:prstGeom>
          <a:noFill/>
          <a:ln w="12700">
            <a:solidFill>
              <a:srgbClr val="2A2A3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310896"/>
            <a:ext cx="1554480" cy="310896"/>
          </a:xfrm>
          <a:prstGeom prst="roundRect">
            <a:avLst>
              <a:gd name="adj" fmla="val 52941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38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47548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Kubernetes in a Nutshell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749808" y="1481328"/>
            <a:ext cx="10652760" cy="4315968"/>
          </a:xfrm>
          <a:prstGeom prst="roundRect">
            <a:avLst>
              <a:gd name="adj" fmla="val 3814"/>
            </a:avLst>
          </a:prstGeom>
          <a:solidFill>
            <a:srgbClr val="171722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481328"/>
            <a:ext cx="1065276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" y="196596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19385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35608" y="1892808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Kubernetes is the leading open-source platform for container orchestration.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69848" y="260604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" y="2578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35608" y="2532888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automates the deployment, scaling, and management of containerized applications.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69848" y="324612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9848" y="32186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35608" y="3172968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components include the Control Plane (Master) and Worker Nodes.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69848" y="3886200"/>
            <a:ext cx="182880" cy="182880"/>
          </a:xfrm>
          <a:prstGeom prst="ellipse">
            <a:avLst/>
          </a:prstGeom>
          <a:solidFill>
            <a:srgbClr val="1212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38587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35608" y="3813048"/>
            <a:ext cx="964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objects like Pods, Deployments, and Services simplify application management.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21440" y="6400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058400" y="640080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slides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41248" y="5440680"/>
            <a:ext cx="10469880" cy="548640"/>
          </a:xfrm>
          <a:prstGeom prst="roundRect">
            <a:avLst>
              <a:gd name="adj" fmla="val 30000"/>
            </a:avLst>
          </a:prstGeom>
          <a:solidFill>
            <a:srgbClr val="12121A"/>
          </a:solidFill>
          <a:ln w="12700">
            <a:solidFill>
              <a:srgbClr val="2A2A38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623560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Layouts used: title • comparison • cards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Chaos Engine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Kubernetes</dc:title>
  <dc:subject>Introduction to Kubernetes</dc:subject>
  <dc:creator>Chaos Engine</dc:creator>
  <cp:lastModifiedBy>Chaos Engine</cp:lastModifiedBy>
  <cp:revision>1</cp:revision>
  <dcterms:created xsi:type="dcterms:W3CDTF">2026-08-16T05:57:44Z</dcterms:created>
  <dcterms:modified xsi:type="dcterms:W3CDTF">2026-08-16T05:57:44Z</dcterms:modified>
</cp:coreProperties>
</file>