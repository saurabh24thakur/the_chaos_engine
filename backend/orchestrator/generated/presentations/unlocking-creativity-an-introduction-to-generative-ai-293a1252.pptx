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Unlocking Creativity: An Introduction to Generative AI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6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Generative AI?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Generative AI Works: The Creation Cycle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Diverse Applications of Generative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Generative AI?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class of AI models capable of producing novel, realistic content such as images, text, audio, and code.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Function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patterns and structures from existing data to generate entirely new, original outputs.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Distinction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Unlike discriminative AI (which classifies or predicts), generative AI creates.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Generative AI Works: The Creation Cycle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33375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Collection &amp; 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datasets (images, text, audio) are gathered and prepared for training.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87368" y="347472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074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28800"/>
            <a:ext cx="333756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45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models (e.g., GANs, Transformers) learn the underlying distribution and patterns of the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44968" y="3474720"/>
            <a:ext cx="32004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65008" y="182880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1828800"/>
            <a:ext cx="33375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02168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02168" y="2377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02168" y="30632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a prompt or input, the trained model synthesizes new, unique content that resembles the training data.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Diverse Applications of Generative AI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508760"/>
            <a:ext cx="5230368" cy="4434840"/>
          </a:xfrm>
          <a:prstGeom prst="roundRect">
            <a:avLst>
              <a:gd name="adj" fmla="val 371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508760"/>
            <a:ext cx="5230368" cy="4434840"/>
          </a:xfrm>
          <a:prstGeom prst="roundRect">
            <a:avLst>
              <a:gd name="adj" fmla="val 371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508760"/>
            <a:ext cx="52303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508760"/>
            <a:ext cx="5230368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76479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37376" y="176479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 vs. Challenges of Generative AI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216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5164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308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0072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216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Unlocks new forms of artistic expression and design.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164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308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for homogenization or lack of true originality.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072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216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Automates content creation, saving time and resources.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5164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308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computational cost for training and inference.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0072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216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highly customized content for users.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5164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308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of privacy breaches and misuse of personal data.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0072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9216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Accelerates scientific discovery and product development.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5164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308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Ethical concerns: deepfakes, misinformation, copyright infringement.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Future of Generative AI: Key Takeaways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10652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196596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938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35608" y="189280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is a powerful tool revolutionizing content creation and problem-solving across industries.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69848" y="278892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35608" y="271576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It's evolving rapidly, pushing boundaries in creativity, efficiency, and personalization.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9848" y="361188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5844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353872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development and ethical considerations are paramount to harness its full potential positively.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9848" y="443484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407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35608" y="43616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Continued research and collaboration are essential to address challenges and ensure equitable access.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slides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comparison • cards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Creativity: An Introduction to Generative AI</dc:title>
  <dc:subject>Unlocking Creativity: An Introduction to Generative AI</dc:subject>
  <dc:creator>Chaos Engine</dc:creator>
  <cp:lastModifiedBy>Chaos Engine</cp:lastModifiedBy>
  <cp:revision>1</cp:revision>
  <dcterms:created xsi:type="dcterms:W3CDTF">2026-08-16T06:09:01Z</dcterms:created>
  <dcterms:modified xsi:type="dcterms:W3CDTF">2026-08-16T06:09:01Z</dcterms:modified>
</cp:coreProperties>
</file>