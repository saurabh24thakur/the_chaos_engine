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Pipelines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6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Components of CI/CD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Implementing CI/CD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Components of CI/CD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Components of CI/CD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 Management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version control systems like Git, SVN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compile, package, and assemble code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automated testing, unit testing, integration 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+ 3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of Implementing CI/CD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Implementing CI/CD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Time-to-Market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faster deployment of new features and bug fixes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Quality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automated testing and feedback reduce errors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Increased Efficiency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automated processes reduce manual labor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Tools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open-source automation server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 CI/CD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integrated CI/CD tool for GitLab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Travis CI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automated testing and CI/CD for open-source projects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 for CI/CD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Practices for CI/CD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Everything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automate as much as possible to reduce manual errors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Version Control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use version control systems to track changes and collaborate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Thoroughly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test thoroughly to ensure quality and reliability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455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8152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Implementing CI/CD pipelines can improve collaboration, quality, and speed of software development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85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2160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as much as possible to reduce manual errors and increase efficiency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256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61688"/>
            <a:ext cx="9902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version control, test thoroughly, and monitor and provide feedback to improve pipelines.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bullets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Pipelines</dc:title>
  <dc:subject>CI/CD Pipelines</dc:subject>
  <dc:creator>Chaos Engine</dc:creator>
  <cp:lastModifiedBy>Chaos Engine</cp:lastModifiedBy>
  <cp:revision>1</cp:revision>
  <dcterms:created xsi:type="dcterms:W3CDTF">2026-08-16T09:10:58Z</dcterms:created>
  <dcterms:modified xsi:type="dcterms:W3CDTF">2026-08-16T09:10:58Z</dcterms:modified>
</cp:coreProperties>
</file>