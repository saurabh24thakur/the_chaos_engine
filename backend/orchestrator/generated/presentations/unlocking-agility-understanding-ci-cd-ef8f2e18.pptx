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68096"/>
            <a:ext cx="1828800" cy="420624"/>
          </a:xfrm>
          <a:prstGeom prst="roundRect">
            <a:avLst>
              <a:gd name="adj" fmla="val 39130"/>
            </a:avLst>
          </a:prstGeom>
          <a:solidFill>
            <a:srgbClr val="171722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813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8183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Unlocking Agility: Understanding CI/CD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structured slides generated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56432"/>
            <a:ext cx="20116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Chaos Engine • 7 slides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71722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160520"/>
            <a:ext cx="22402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Integration (CI)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4160520"/>
            <a:ext cx="22402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Delivery vs. Continuous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4160520"/>
            <a:ext cx="2240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CI/CD Pipeline Workflow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08592" y="530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1325880"/>
            <a:ext cx="2331720" cy="2331720"/>
          </a:xfrm>
          <a:prstGeom prst="ellipse">
            <a:avLst/>
          </a:prstGeom>
          <a:solidFill>
            <a:srgbClr val="171722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1874520"/>
            <a:ext cx="1234440" cy="1234440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840480"/>
            <a:ext cx="2011680" cy="0"/>
          </a:xfrm>
          <a:prstGeom prst="line">
            <a:avLst/>
          </a:prstGeom>
          <a:noFill/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layout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Integration (CI)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 frequently merge code changes into a central repository.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57860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merge triggers automated builds and tests.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Aims to detect integration errors early and quickly.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Promotes a healthy codebase and reduces integration headaches.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Delivery vs. Continuous Deployment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508760"/>
            <a:ext cx="5440680" cy="4434840"/>
          </a:xfrm>
          <a:prstGeom prst="roundRect">
            <a:avLst>
              <a:gd name="adj" fmla="val 371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16752" y="1508760"/>
            <a:ext cx="5440680" cy="4434840"/>
          </a:xfrm>
          <a:prstGeom prst="roundRect">
            <a:avLst>
              <a:gd name="adj" fmla="val 371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508760"/>
            <a:ext cx="54406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2" y="1508760"/>
            <a:ext cx="544068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Delivery (CD)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54496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Deployment (CD)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87552" y="2249424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1762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Automates the entire software release process up to the point of deployment.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987552" y="292608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28529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Ensures software is always in a deployable state.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987552" y="3602736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5295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approval is required to push changes to production.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987552" y="427939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2062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Focuses on making releases reliable and repeatable.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254496" y="2249424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21762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Extends Continuous Delivery by automating deployment to production.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6254496" y="2926080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28529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change that passes automated tests is automatically released.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6254496" y="3602736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35295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human intervention for production deployment.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6254496" y="4279392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42062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extremely high confidence in automated testing.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877824" y="5596128"/>
            <a:ext cx="10424160" cy="475488"/>
          </a:xfrm>
          <a:prstGeom prst="roundRect">
            <a:avLst>
              <a:gd name="adj" fmla="val 34615"/>
            </a:avLst>
          </a:prstGeom>
          <a:solidFill>
            <a:srgbClr val="1E1E2B"/>
          </a:solidFill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5715000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aim for frequent, reliable releases, but Continuous Deployment removes the manual gate to production.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CI/CD Pipeline Workflow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709928" y="1993392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21305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Commit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30168" y="1993392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1305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50408" y="1993392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21305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70648" y="1993392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21305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Artifact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50408" y="3035808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31729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to Staging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50408" y="3730752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38679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Approval?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50408" y="4425696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45628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to Production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70048" y="4425696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5768" y="45628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(CDelivery)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30768" y="4425696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6488" y="45628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(CDeployment)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64408" y="2336292"/>
            <a:ext cx="36576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5768" y="21991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84648" y="2336292"/>
            <a:ext cx="36576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21991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04888" y="2336292"/>
            <a:ext cx="36576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21991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27648" y="2679192"/>
            <a:ext cx="19202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7648" y="2679192"/>
            <a:ext cx="0" cy="356616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556248" y="27203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96128" y="35890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Review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96128" y="42839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 (CD)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47288" y="4416552"/>
            <a:ext cx="288036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55948" y="42839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(CD)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27648" y="2679192"/>
            <a:ext cx="19202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2679192"/>
            <a:ext cx="0" cy="1746504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556248" y="34152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Deploy (CDep.)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04888" y="4768596"/>
            <a:ext cx="132588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36308" y="46314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 of CI/CD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523036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Release Cycles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Automates the entire process, reducing time from code commit to production.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72784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481328"/>
            <a:ext cx="5230368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Improved Code Quality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37376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integration and automated testing catch bugs early, leading to more stable code.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49808" y="3520440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520440"/>
            <a:ext cx="523036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581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Reduced Risk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197096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Smaller, more frequent changes are easier to test and troubleshoot, minimizing deployment risks.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272784" y="3520440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3520440"/>
            <a:ext cx="5230368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37581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Enhanced Collaboration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37376" y="4197096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feedback loops and shared understanding across development and operations teams.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Essential CI/CD Tools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523036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Jenkins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Open-source automation server, highly extensible with plugins for building, deploying, and automating any project.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72784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481328"/>
            <a:ext cx="5230368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GitLab CI/CD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37376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CI/CD functionality within the GitLab platform, offering seamless integration from code to deployment.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49808" y="3520440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520440"/>
            <a:ext cx="523036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581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Actions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197096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automation platform within GitHub, enabling custom workflows for CI/CD directly in repositories.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272784" y="3520440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3520440"/>
            <a:ext cx="5230368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37581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CircleCI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37376" y="4197096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Cloud-native CI/CD platform known for its speed, flexibility, and support for various languages and environments.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Embracing the CI/CD Mindset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10652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196596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1938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35608" y="189280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is fundamental for modern software development, driving agility and reliability.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69848" y="278892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761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35608" y="271576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automates crucial stages from code integration to deployment, minimizing manual errors.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69848" y="361188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5844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35608" y="353872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Adopting CI/CD fosters a culture of continuous improvement and collaboration.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69848" y="443484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407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35608" y="43616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tools and practices are key to successful CI/CD implementation.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1248" y="5440680"/>
            <a:ext cx="104698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2356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used: title • comparison • cards • bullets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Chaos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Agility: Understanding CI/CD</dc:title>
  <dc:subject>Unlocking Agility: Understanding CI/CD</dc:subject>
  <dc:creator>Chaos Engine</dc:creator>
  <cp:lastModifiedBy>Chaos Engine</cp:lastModifiedBy>
  <cp:revision>1</cp:revision>
  <dcterms:created xsi:type="dcterms:W3CDTF">2026-08-16T10:12:35Z</dcterms:created>
  <dcterms:modified xsi:type="dcterms:W3CDTF">2026-08-16T10:12:35Z</dcterms:modified>
</cp:coreProperties>
</file>