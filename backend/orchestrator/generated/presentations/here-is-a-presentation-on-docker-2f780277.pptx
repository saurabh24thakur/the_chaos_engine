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768096"/>
            <a:ext cx="1828800" cy="420624"/>
          </a:xfrm>
          <a:prstGeom prst="roundRect">
            <a:avLst>
              <a:gd name="adj" fmla="val 39130"/>
            </a:avLst>
          </a:prstGeom>
          <a:solidFill>
            <a:srgbClr val="171722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813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389888"/>
            <a:ext cx="8183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Here is a presentation on Docker: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Modern, structured slides generated automatically.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456432"/>
            <a:ext cx="20116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Chaos Engine • 10 slides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71722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160520"/>
            <a:ext cx="22402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Docker?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4160520"/>
            <a:ext cx="22402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of Using Docker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90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4160520"/>
            <a:ext cx="2240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Architecture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08592" y="530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output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1325880"/>
            <a:ext cx="2331720" cy="2331720"/>
          </a:xfrm>
          <a:prstGeom prst="ellipse">
            <a:avLst/>
          </a:prstGeom>
          <a:solidFill>
            <a:srgbClr val="171722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1874520"/>
            <a:ext cx="1234440" cy="1234440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840480"/>
            <a:ext cx="2011680" cy="0"/>
          </a:xfrm>
          <a:prstGeom prst="line">
            <a:avLst/>
          </a:prstGeom>
          <a:noFill/>
          <a:ln w="12700">
            <a:solidFill>
              <a:srgbClr val="2A2A38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3977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layout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Docker?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Containerization with Docker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is a containerization platform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Containers are lightweight and portable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slides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 of Using Docker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of Docker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Containers are much lighter than virtual machines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Containers are platform-independent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slides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Architecture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Architecture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Engine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The core component of Docker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Daemon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Runs in the background and manages containers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slides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Images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Images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Images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 template for a container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Hub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A registry for Docker images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slides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Containers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Containers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Containers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Running instances of Docker images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and Running Containers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How to create and run containers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slides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Networking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Networking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Networks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How containers communicate with each other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Drivers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Different network drivers available in Docker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slides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Volumes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Volumes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Volumes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How to persist data in containers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Drivers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Different volume drivers available in Docker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slides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Security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Security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Security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How to secure containers and Docker infrastructure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and Authorization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How to manage access to containers and Docker resources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slides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865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80136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426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4198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35584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of key points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19709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133088"/>
            <a:ext cx="9902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thoughts and next steps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5413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more 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slides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41248" y="5440680"/>
            <a:ext cx="104698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62356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 used: title • bullets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Chaos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a presentation on Docker:</dc:title>
  <dc:subject>Here is a presentation on Docker:</dc:subject>
  <dc:creator>Chaos Engine</dc:creator>
  <cp:lastModifiedBy>Chaos Engine</cp:lastModifiedBy>
  <cp:revision>1</cp:revision>
  <dcterms:created xsi:type="dcterms:W3CDTF">2026-08-16T10:26:10Z</dcterms:created>
  <dcterms:modified xsi:type="dcterms:W3CDTF">2026-08-16T10:26:10Z</dcterms:modified>
</cp:coreProperties>
</file>