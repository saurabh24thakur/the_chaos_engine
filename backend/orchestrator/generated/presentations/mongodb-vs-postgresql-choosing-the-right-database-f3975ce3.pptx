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vs. PostgreSQL: Choosing the Right Database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7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Database Paradigms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MongoDB: The NoSQL Document Database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PostgreSQL: The Robust Relational 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005840"/>
            <a:ext cx="4572000" cy="347472"/>
          </a:xfrm>
          <a:prstGeom prst="roundRect">
            <a:avLst>
              <a:gd name="adj" fmla="val 47368"/>
            </a:avLst>
          </a:prstGeom>
          <a:solidFill>
            <a:srgbClr val="171722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06070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64592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Database Paradigms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81635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Diving into NoSQL and Relational Architectures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657600"/>
            <a:ext cx="237744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8221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slide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77072" y="914400"/>
            <a:ext cx="2560320" cy="4069080"/>
          </a:xfrm>
          <a:prstGeom prst="roundRect">
            <a:avLst>
              <a:gd name="adj" fmla="val 6429"/>
            </a:avLst>
          </a:prstGeom>
          <a:solidFill>
            <a:srgbClr val="12121A"/>
          </a:solidFill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869680" y="23317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68512" y="28346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starting point for the next section.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MongoDB: The NoSQL Document Database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Model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data in flexible, JSON-like documents (BSON). No rigid schema required.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Horizontal Scalability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scale-out architectures with sharding, distributing data across multiple servers.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Performance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 for high-volume reads and writes, especially with unstructured or semi-structured data.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PostgreSQL: The Robust Relational Database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 Model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data in structured tables with predefined schemas and relationships.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ACID Compliance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Ensures Atomicity, Consistency, Isolation, and Durability for reliable transactions.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Extensibility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 wide range of data types, custom functions, and advanced indexing.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Comparison: Data Model &amp; Scalability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216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5164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308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0072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216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Document-oriented (JSON/BSON)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164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308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(Tables, Rows, Columns)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072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216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/ Schema-less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5164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308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/ Predefined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0072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216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(Sharding)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5164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308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(Larger Server) &amp; Read Replicas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Language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0072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9216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Query Language (MQL)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5164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308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(Structured Query Language)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Comparison: Transactions &amp; Use Cases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216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5164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308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ACID Transactions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0072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216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Multi-document transactions (since 4.0)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164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308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ACID compliance for all transactions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072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216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Achieved via application-level joins or embedding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5164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308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SQL joins (INNER, LEFT, RIGHT, FULL)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Consistency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0072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216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Eventual consistency (tunable)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5164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308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consistency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 Cases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0072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9216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data, IoT, real-time analytics, content management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5164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308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systems, ERP, complex business logic, data warehousing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the Right Database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10652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196596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938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35608" y="189280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MongoDB for high flexibility, horizontal scalability, and handling large volumes of unstructured data.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69848" y="278892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35608" y="271576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PostgreSQL for strong data integrity, complex queries, transactions, and structured data with clear relationships.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9848" y="361188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5844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353872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your data model, scalability needs, and consistency requirements when making a decision.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9848" y="443484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407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35608" y="43616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databases are powerful; the 'best' choice depends on your specific application and business needs.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section • comparison • cards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vs. PostgreSQL: Choosing the Right Database</dc:title>
  <dc:subject>MongoDB vs. PostgreSQL: Choosing the Right Database</dc:subject>
  <dc:creator>Chaos Engine</dc:creator>
  <cp:lastModifiedBy>Chaos Engine</cp:lastModifiedBy>
  <cp:revision>1</cp:revision>
  <dcterms:created xsi:type="dcterms:W3CDTF">2026-08-16T06:07:26Z</dcterms:created>
  <dcterms:modified xsi:type="dcterms:W3CDTF">2026-08-16T06:07:26Z</dcterms:modified>
</cp:coreProperties>
</file>