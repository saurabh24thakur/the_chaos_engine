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Here is a presentation on Kubernetes: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7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Components of Kubernetes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Architecture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of Using Kubernetes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Components of Kubernetes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Components of Kubernetes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the basic execution unit in Kubernetes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ReplicaSets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ensure a specified number of replicas (copies) of a pod are running at any given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manage the rollout of new versions of an application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+ 2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Architecture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44144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Diagram: show the relationships between the various components of Kubernetes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Node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the central node that manages the cluster and runs the control plane components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Nodes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the nodes that run the application containers and provide compute resources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of Using Kubernetes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of Using Kubernetes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easily scale applications up or down to match changing demands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Availability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ensure that applications are always available and responsive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Self-healing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automatically detect and recover from node failures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Deployment Models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Deployment Models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deploy Kubernetes on-premises, on a customer's own infrastructure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deploy Kubernetes on a cloud provider's infrastructure (e.g. AWS, GCP, Azure)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Tools and Integrations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Tools and Integrations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kubectl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 command-line tool for managing Kubernetes clusters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Dashboard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 web-based interface for managing Kubernetes clusters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APIs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provide a programmatic interface for managing Kubernetes clusters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57860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of key points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action: start using Kubernetes to automate deployment, scaling, and management of containerized applications.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ready: here-is-a-presentation-on-kubernetes-391a15e1.pptx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bullets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a presentation on Kubernetes:</dc:title>
  <dc:subject>Here is a presentation on Kubernetes:</dc:subject>
  <dc:creator>Chaos Engine</dc:creator>
  <cp:lastModifiedBy>Chaos Engine</cp:lastModifiedBy>
  <cp:revision>1</cp:revision>
  <dcterms:created xsi:type="dcterms:W3CDTF">2026-08-15T13:57:23Z</dcterms:created>
  <dcterms:modified xsi:type="dcterms:W3CDTF">2026-08-15T13:57:23Z</dcterms:modified>
</cp:coreProperties>
</file>